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48"/>
    <p:restoredTop sz="94666"/>
  </p:normalViewPr>
  <p:slideViewPr>
    <p:cSldViewPr snapToGrid="0">
      <p:cViewPr varScale="1">
        <p:scale>
          <a:sx n="115" d="100"/>
          <a:sy n="115" d="100"/>
        </p:scale>
        <p:origin x="24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35660-18B0-5262-858B-5F1A11B141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D6DEE6-2F6B-D80C-009A-BAAB946845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10560-F563-58A2-1DBA-62EFEE2A0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E5E0-E987-2448-AFC8-E2BA7CFD10B1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C7D13-AFA2-D01C-4947-4BAE3F054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7FB1C-95B5-9F2F-3290-A4571DFE0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A612-FA32-F94B-A6B6-992C6F6AB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524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674CE-6387-3434-EF40-8D8D64A57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D5480-0672-DD85-D706-C1F1C225B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BC27F8-F055-8690-07AA-DB9F2347F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E5E0-E987-2448-AFC8-E2BA7CFD10B1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8827E-4D3B-AFF2-4081-B5E7AB074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082C6-4E7B-A536-FAB3-5EEC9B17C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A612-FA32-F94B-A6B6-992C6F6AB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193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A6C96-C757-8CD6-704A-B16734C21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E8E772-3CD6-A97F-A9FF-AC9BF7665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0EDCE-EC07-BF1F-E54B-FEDAB526A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E5E0-E987-2448-AFC8-E2BA7CFD10B1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8A5CE-00AA-B0D3-B0EF-598B1A256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1E462-9B33-EDB9-3714-60DBF8B4C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A612-FA32-F94B-A6B6-992C6F6AB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915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63BF9-BECD-F2E0-0423-213E123EF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5CD57-0A1C-A0A3-FC0D-32C925A98F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31C418-2221-2383-D1C7-9D9E74AAB5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5F1D3-823A-B1E1-8686-30506D956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E5E0-E987-2448-AFC8-E2BA7CFD10B1}" type="datetimeFigureOut">
              <a:rPr lang="en-US" smtClean="0"/>
              <a:t>8/8/26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F57837-723A-3382-EBA4-F0F1C8B67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B3956-FD87-BA11-5A3C-370A660C2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A612-FA32-F94B-A6B6-992C6F6AB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211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776D7-7C59-231D-564E-47AD3CB25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68E5E-0004-389A-A04F-1E27CED31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55646A-3788-5926-C2A3-6B374EA58A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2D5452-A598-F4A9-DBE4-9CC213BCC1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984AD3-4BA6-9030-5F59-6A572D905F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ABD072-1EED-BEF2-82A1-AEF8327AB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E5E0-E987-2448-AFC8-E2BA7CFD10B1}" type="datetimeFigureOut">
              <a:rPr lang="en-US" smtClean="0"/>
              <a:t>8/8/26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3DA23B-D9B0-B8C8-A865-4573F18C2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68B1B1-C873-6C5B-A5E1-1A56D0C6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A612-FA32-F94B-A6B6-992C6F6AB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714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70069-6EE1-2364-A63C-64C663B8E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D1B772-9AC9-5B4E-093C-C339D2DA7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E5E0-E987-2448-AFC8-E2BA7CFD10B1}" type="datetimeFigureOut">
              <a:rPr lang="en-US" smtClean="0"/>
              <a:t>8/8/26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2EDF6F-F169-D3C4-B9F9-5560E0F98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D35099-00D1-30E3-B62A-3BD3F31BE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A612-FA32-F94B-A6B6-992C6F6AB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221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A5F4B9-AB0D-940F-9C25-658CD1F48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E5E0-E987-2448-AFC8-E2BA7CFD10B1}" type="datetimeFigureOut">
              <a:rPr lang="en-US" smtClean="0"/>
              <a:t>8/8/26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8D3A29-EF7E-5400-35B8-2754369E0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21A75-7190-CAE4-331D-F35665BB8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A612-FA32-F94B-A6B6-992C6F6AB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127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6B673-805C-CDB2-8C9E-9AAE70A4E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4C775-86F3-4E6A-AFB2-02E8A31AC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B93A7F-7FF6-9DDC-4C7A-EDDAF6326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D6CDC8-1578-BA7E-BE2C-A0B8C82EB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E5E0-E987-2448-AFC8-E2BA7CFD10B1}" type="datetimeFigureOut">
              <a:rPr lang="en-US" smtClean="0"/>
              <a:t>8/8/26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AF34A8-0C4C-0D25-A6B5-3393565BD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B18E8C-730A-5560-ACDE-CD4D5DB19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A612-FA32-F94B-A6B6-992C6F6AB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931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8F56D-B62C-77EC-F689-C3733E16D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4063F2-88FE-5658-4A2C-93CB62186A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03AF2B-BB43-17C0-4B31-84FB97823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55F671-A979-3E61-8519-169FAE4EA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E5E0-E987-2448-AFC8-E2BA7CFD10B1}" type="datetimeFigureOut">
              <a:rPr lang="en-US" smtClean="0"/>
              <a:t>8/8/26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0BDA82-D9A7-D5FE-7AB2-008F29471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3DEF0-F5D4-C3B0-89BD-CC884A46A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A612-FA32-F94B-A6B6-992C6F6AB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369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DDCCA-E3F2-B9D9-0E87-8BD98B919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28409C-FEFE-1C5A-F9FA-F1BA81C31C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6D8BAD-4D8B-CC41-92EB-302CC93FC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E5E0-E987-2448-AFC8-E2BA7CFD10B1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87E85-CDE3-E9AA-2145-C55F6C03A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E60DD-A276-C82A-F758-6FD7CB8D6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A612-FA32-F94B-A6B6-992C6F6AB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819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4EDDE5-2002-8298-1174-5F048A075A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5C52A9-66B0-5220-BABB-20D6336A81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DFE28-9535-9B8A-AF25-F2BCF2FBC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E5E0-E987-2448-AFC8-E2BA7CFD10B1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73A35-C91D-6F5D-E637-0C74331BB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69843-CED1-14DB-18A7-3C49EA942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A612-FA32-F94B-A6B6-992C6F6AB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640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4D651A-DE71-8285-4D8F-C788DFF6C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69242-56F8-12A2-6A19-77325AFCD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17F1A-CFCF-3F32-D60F-ABDA893270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75E5E0-E987-2448-AFC8-E2BA7CFD10B1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7636A-E74B-809C-FD2E-10C42506A4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C6430-CF00-A71D-8125-E69DAE7E66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68A612-FA32-F94B-A6B6-992C6F6AB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0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927BE-2DCE-FE15-7F53-573D071FC4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History of Dire Wolf De-Extinction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AA8D0B-DA99-6749-7AA2-9A317A11E9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David Lara </a:t>
            </a:r>
          </a:p>
          <a:p>
            <a:r>
              <a:rPr lang="en-US"/>
              <a:t>BIO 316</a:t>
            </a:r>
          </a:p>
        </p:txBody>
      </p:sp>
    </p:spTree>
    <p:extLst>
      <p:ext uri="{BB962C8B-B14F-4D97-AF65-F5344CB8AC3E}">
        <p14:creationId xmlns:p14="http://schemas.microsoft.com/office/powerpoint/2010/main" val="3660778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D8004-658E-530A-D1C0-4AE08009B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Colossal Biosciences and the dire wolf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74A03-669A-E104-9124-D2D481B03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 Announced Genetically engineered wolves in 2025</a:t>
            </a:r>
          </a:p>
          <a:p>
            <a:endParaRPr lang="en-US"/>
          </a:p>
          <a:p>
            <a:r>
              <a:rPr lang="en-US"/>
              <a:t>They claim to have brought back the dire wolf 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783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F2DF2-045F-F743-BA24-D85DCC811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did science reach this point?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110A6-CD5F-B466-6CA9-EC96B0ECD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Scientists obtained ancient DNA, reconstructed and compard with living relatives. </a:t>
            </a:r>
          </a:p>
          <a:p>
            <a:endParaRPr lang="en-US"/>
          </a:p>
          <a:p>
            <a:r>
              <a:rPr lang="en-US"/>
              <a:t>Then used biotech to reproduce extinct traits. 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691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9FCE1-20C6-D2C2-8204-72BA89EF7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1940s Experiment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9D1D4-DDAF-67DF-CCFF-96AF824FF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Avery, Macleod and McCarty had shown strong evidence that DNA was the hereditary material. </a:t>
            </a:r>
          </a:p>
          <a:p>
            <a:endParaRPr lang="en-US"/>
          </a:p>
          <a:p>
            <a:r>
              <a:rPr lang="en-US"/>
              <a:t>Scientists now know DNA holds hereditary information. </a:t>
            </a:r>
          </a:p>
        </p:txBody>
      </p:sp>
    </p:spTree>
    <p:extLst>
      <p:ext uri="{BB962C8B-B14F-4D97-AF65-F5344CB8AC3E}">
        <p14:creationId xmlns:p14="http://schemas.microsoft.com/office/powerpoint/2010/main" val="2423468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7EE66-54F2-AB55-004E-DE28802B7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Discovering structure of DNA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0F187-BC1B-535A-1A71-6C52B519D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1953, Rosalind Franklins X-Ray diffraction allowed scientists to understand how genes are stored. </a:t>
            </a:r>
          </a:p>
        </p:txBody>
      </p:sp>
    </p:spTree>
    <p:extLst>
      <p:ext uri="{BB962C8B-B14F-4D97-AF65-F5344CB8AC3E}">
        <p14:creationId xmlns:p14="http://schemas.microsoft.com/office/powerpoint/2010/main" val="2407786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00255-B6B0-A997-E675-56E006590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Learning to Read DNA, 1977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B7134-E157-691D-0972-D8BFF8442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Developed by Frederick Sanger and Colleagues</a:t>
            </a:r>
          </a:p>
          <a:p>
            <a:endParaRPr lang="en-US"/>
          </a:p>
          <a:p>
            <a:r>
              <a:rPr lang="en-US"/>
              <a:t>Allowed Scientists to determine the order of DNA Bases</a:t>
            </a:r>
          </a:p>
          <a:p>
            <a:endParaRPr lang="en-US"/>
          </a:p>
          <a:p>
            <a:r>
              <a:rPr lang="en-US"/>
              <a:t>Became a foundational DNA Sequencing method</a:t>
            </a:r>
          </a:p>
        </p:txBody>
      </p:sp>
    </p:spTree>
    <p:extLst>
      <p:ext uri="{BB962C8B-B14F-4D97-AF65-F5344CB8AC3E}">
        <p14:creationId xmlns:p14="http://schemas.microsoft.com/office/powerpoint/2010/main" val="294723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E5192-EEAF-6151-5974-E2298BD9A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problem with ancient DNA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50714-BCA8-00F2-4494-D6D6C962C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Break into very small fragments</a:t>
            </a:r>
          </a:p>
          <a:p>
            <a:endParaRPr lang="en-US"/>
          </a:p>
          <a:p>
            <a:r>
              <a:rPr lang="en-US"/>
              <a:t>Undergo chemical change</a:t>
            </a:r>
          </a:p>
          <a:p>
            <a:endParaRPr lang="en-US"/>
          </a:p>
          <a:p>
            <a:r>
              <a:rPr lang="en-US"/>
              <a:t>Become mixed with DNA from bacteria and other organisms </a:t>
            </a:r>
          </a:p>
        </p:txBody>
      </p:sp>
    </p:spTree>
    <p:extLst>
      <p:ext uri="{BB962C8B-B14F-4D97-AF65-F5344CB8AC3E}">
        <p14:creationId xmlns:p14="http://schemas.microsoft.com/office/powerpoint/2010/main" val="2398586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C266E-3F48-D103-0B7C-194DE4662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 to gathering ancient DNA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EA32A-3719-3381-1B75-7E056E34E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1997, Svante Paabo and other researchers developed techniques for extracting  and identifying. </a:t>
            </a:r>
          </a:p>
          <a:p>
            <a:endParaRPr lang="en-US"/>
          </a:p>
          <a:p>
            <a:r>
              <a:rPr lang="en-US"/>
              <a:t>New technique allowed for minimal contamination</a:t>
            </a:r>
          </a:p>
        </p:txBody>
      </p:sp>
    </p:spTree>
    <p:extLst>
      <p:ext uri="{BB962C8B-B14F-4D97-AF65-F5344CB8AC3E}">
        <p14:creationId xmlns:p14="http://schemas.microsoft.com/office/powerpoint/2010/main" val="2082006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009F6-09BE-B0E7-09D7-2A11026CF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this matters for the dire wolf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D8022-0039-8015-F217-E3DDAE51E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remains are ancient </a:t>
            </a:r>
          </a:p>
          <a:p>
            <a:endParaRPr lang="en-US"/>
          </a:p>
          <a:p>
            <a:r>
              <a:rPr lang="en-US"/>
              <a:t>Extract surviving DNA</a:t>
            </a:r>
          </a:p>
          <a:p>
            <a:endParaRPr lang="en-US"/>
          </a:p>
          <a:p>
            <a:r>
              <a:rPr lang="en-US"/>
              <a:t>Reconstr uct genetic info and interpret</a:t>
            </a:r>
          </a:p>
        </p:txBody>
      </p:sp>
    </p:spTree>
    <p:extLst>
      <p:ext uri="{BB962C8B-B14F-4D97-AF65-F5344CB8AC3E}">
        <p14:creationId xmlns:p14="http://schemas.microsoft.com/office/powerpoint/2010/main" val="1700711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ECD26-FD84-875F-7BD8-9254105E9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DNA Editing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EB349-60F8-92F0-A6A5-F3440C69D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DNA can now be targeted and altered </a:t>
            </a:r>
          </a:p>
          <a:p>
            <a:endParaRPr lang="en-US"/>
          </a:p>
          <a:p>
            <a:r>
              <a:rPr lang="en-US"/>
              <a:t>Producing a gray wolf that shows traits that resemble a Dire wolf, 2024</a:t>
            </a:r>
          </a:p>
        </p:txBody>
      </p:sp>
    </p:spTree>
    <p:extLst>
      <p:ext uri="{BB962C8B-B14F-4D97-AF65-F5344CB8AC3E}">
        <p14:creationId xmlns:p14="http://schemas.microsoft.com/office/powerpoint/2010/main" val="2179764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221</Words>
  <Application>Microsoft Macintosh PowerPoint</Application>
  <PresentationFormat>Widescreen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History of Dire Wolf De-Extinction </vt:lpstr>
      <vt:lpstr>Colossal Biosciences and the dire wolf </vt:lpstr>
      <vt:lpstr>How did science reach this point?</vt:lpstr>
      <vt:lpstr> 1940s Experiment </vt:lpstr>
      <vt:lpstr>Discovering structure of DNA</vt:lpstr>
      <vt:lpstr>Learning to Read DNA, 1977</vt:lpstr>
      <vt:lpstr>The problem with ancient DNA</vt:lpstr>
      <vt:lpstr>Solution to gathering ancient DNA</vt:lpstr>
      <vt:lpstr>Why this matters for the dire wolf</vt:lpstr>
      <vt:lpstr>DNA Editing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Lara (Student)</dc:creator>
  <cp:lastModifiedBy>David Lara (Student)</cp:lastModifiedBy>
  <cp:revision>1</cp:revision>
  <dcterms:created xsi:type="dcterms:W3CDTF">2026-08-08T21:15:59Z</dcterms:created>
  <dcterms:modified xsi:type="dcterms:W3CDTF">2026-08-09T02:44:31Z</dcterms:modified>
</cp:coreProperties>
</file>